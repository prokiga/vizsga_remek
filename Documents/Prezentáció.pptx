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5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hu-HU"/>
              <a:t>Kattintson ide az alcím mintájának szerkesztéséhez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Freeform 6"/>
          <p:cNvSpPr/>
          <p:nvPr/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hu-H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4529540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hu-H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2058750"/>
            <a:ext cx="8915399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3530129"/>
            <a:ext cx="8915399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hu-H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9/20/2026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hu-HU" dirty="0"/>
          </a:p>
        </p:txBody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9373" y="1972703"/>
            <a:ext cx="39927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9212" y="2548966"/>
            <a:ext cx="4342893" cy="3354060"/>
          </a:xfrm>
        </p:spPr>
        <p:txBody>
          <a:bodyPr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06629" y="1969475"/>
            <a:ext cx="399900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66957" y="2545738"/>
            <a:ext cx="4338674" cy="3354060"/>
          </a:xfrm>
        </p:spPr>
        <p:txBody>
          <a:bodyPr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9/20/2026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hu-HU" dirty="0"/>
          </a:p>
        </p:txBody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9/20/2026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hu-HU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9/20/2026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hu-H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446088"/>
            <a:ext cx="3505199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3012" y="446088"/>
            <a:ext cx="5181600" cy="5414963"/>
          </a:xfrm>
        </p:spPr>
        <p:txBody>
          <a:bodyPr anchor="ctr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2" y="1598613"/>
            <a:ext cx="3505199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9/20/2026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hu-H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4800600"/>
            <a:ext cx="89154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89212" y="634965"/>
            <a:ext cx="8915400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 dirty="0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367338"/>
            <a:ext cx="8915400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9/20/2026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hu-H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ím és képaláír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09600"/>
            <a:ext cx="8915399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hu-H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dézet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275012" y="3505200"/>
            <a:ext cx="753655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hu-H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14" name="TextBox 13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évkárty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2438400"/>
            <a:ext cx="8915400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9/20/2026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hu-H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évkártya idézet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9/20/2026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hu-H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17" name="TextBox 16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gaz vagy ham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27407"/>
            <a:ext cx="8915399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9/20/2026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hu-H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hu-H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94812" y="627405"/>
            <a:ext cx="2207601" cy="5283817"/>
          </a:xfrm>
        </p:spPr>
        <p:txBody>
          <a:bodyPr vert="eaVert" anchor="ctr"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89212" y="627405"/>
            <a:ext cx="6477000" cy="5283817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hu-H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228600"/>
            <a:ext cx="2851516" cy="6638628"/>
            <a:chOff x="2487613" y="285750"/>
            <a:chExt cx="2428875" cy="5654676"/>
          </a:xfrm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hu-HU" dirty="0"/>
            </a:p>
          </p:txBody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hu-HU" dirty="0"/>
            </a:p>
          </p:txBody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hu-HU" dirty="0"/>
            </a:p>
          </p:txBody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hu-HU" dirty="0"/>
            </a:p>
          </p:txBody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hu-HU" dirty="0"/>
            </a:p>
          </p:txBody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hu-HU" dirty="0"/>
            </a:p>
          </p:txBody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hu-HU" dirty="0"/>
            </a:p>
          </p:txBody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hu-HU" dirty="0"/>
            </a:p>
          </p:txBody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hu-HU" dirty="0"/>
            </a:p>
          </p:txBody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hu-HU" dirty="0"/>
            </a:p>
          </p:txBody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hu-HU" dirty="0"/>
            </a:p>
          </p:txBody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hu-HU" dirty="0"/>
            </a:p>
          </p:txBody>
        </p:sp>
      </p:grpSp>
      <p:grpSp>
        <p:nvGrpSpPr>
          <p:cNvPr id="10" name="Group 9"/>
          <p:cNvGrpSpPr/>
          <p:nvPr/>
        </p:nvGrpSpPr>
        <p:grpSpPr>
          <a:xfrm>
            <a:off x="27221" y="157"/>
            <a:ext cx="2356674" cy="6853096"/>
            <a:chOff x="6627813" y="195610"/>
            <a:chExt cx="1952625" cy="5678141"/>
          </a:xfrm>
        </p:grpSpPr>
        <p:sp>
          <p:nvSpPr>
            <p:cNvPr id="11" name="Freeform 27"/>
            <p:cNvSpPr/>
            <p:nvPr/>
          </p:nvSpPr>
          <p:spPr bwMode="auto">
            <a:xfrm>
              <a:off x="6627813" y="195610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hu-HU" dirty="0"/>
            </a:p>
          </p:txBody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hu-HU" dirty="0"/>
            </a:p>
          </p:txBody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hu-HU" dirty="0"/>
            </a:p>
          </p:txBody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hu-HU" dirty="0"/>
            </a:p>
          </p:txBody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hu-HU" dirty="0"/>
            </a:p>
          </p:txBody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hu-HU" dirty="0"/>
            </a:p>
          </p:txBody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hu-HU" dirty="0"/>
            </a:p>
          </p:txBody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hu-HU" dirty="0"/>
            </a:p>
          </p:txBody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hu-HU" dirty="0"/>
            </a:p>
          </p:txBody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hu-HU" dirty="0"/>
            </a:p>
          </p:txBody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hu-HU" dirty="0"/>
            </a:p>
          </p:txBody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hu-HU" dirty="0"/>
            </a:p>
          </p:txBody>
        </p:sp>
      </p:grpSp>
      <p:sp>
        <p:nvSpPr>
          <p:cNvPr id="7" name="Rectangle 6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 dirty="0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2133600"/>
            <a:ext cx="8915400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61612" y="6130437"/>
            <a:ext cx="1146283" cy="370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9/20/2026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9212" y="6135808"/>
            <a:ext cx="761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531812" y="787782"/>
            <a:ext cx="7797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2" r:id="rId12"/>
    <p:sldLayoutId id="2147483663" r:id="rId13"/>
    <p:sldLayoutId id="2147483664" r:id="rId14"/>
    <p:sldLayoutId id="2147483658" r:id="rId15"/>
    <p:sldLayoutId id="214748365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2">
              <a:lumMod val="7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79.122.13.25:80" TargetMode="External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ACF812B-DDC7-2A8F-EB98-004013E185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89212" y="626533"/>
            <a:ext cx="8915399" cy="2262781"/>
          </a:xfrm>
        </p:spPr>
        <p:txBody>
          <a:bodyPr>
            <a:normAutofit fontScale="90000"/>
          </a:bodyPr>
          <a:lstStyle/>
          <a:p>
            <a:pPr algn="ctr"/>
            <a:r>
              <a:rPr lang="hu-HU" dirty="0"/>
              <a:t>Koszorúalap és fenyőbála készletnyilvántartó webalkalmazás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5A8CB8A1-EE64-E2DD-68ED-3347F584D5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89212" y="3761379"/>
            <a:ext cx="8915399" cy="1126283"/>
          </a:xfrm>
        </p:spPr>
        <p:txBody>
          <a:bodyPr>
            <a:normAutofit fontScale="92500" lnSpcReduction="20000"/>
          </a:bodyPr>
          <a:lstStyle/>
          <a:p>
            <a:pPr algn="ctr"/>
            <a:r>
              <a:rPr lang="hu-HU" dirty="0"/>
              <a:t>Prokai Gábor, Vas-Dudás Dominika</a:t>
            </a:r>
          </a:p>
          <a:p>
            <a:pPr algn="ctr"/>
            <a:r>
              <a:rPr lang="hu-HU" sz="1400" dirty="0"/>
              <a:t>OKTÁV TOVÁBBKÉPZŐ KÖZPONT</a:t>
            </a:r>
          </a:p>
          <a:p>
            <a:pPr algn="ctr"/>
            <a:r>
              <a:rPr lang="hu-HU" sz="1300" dirty="0"/>
              <a:t>Szoftverfejlesztő és tesztelő</a:t>
            </a:r>
          </a:p>
          <a:p>
            <a:pPr algn="ctr"/>
            <a:r>
              <a:rPr lang="hu-HU" sz="1200" dirty="0"/>
              <a:t>2025-2026</a:t>
            </a:r>
          </a:p>
        </p:txBody>
      </p:sp>
    </p:spTree>
    <p:extLst>
      <p:ext uri="{BB962C8B-B14F-4D97-AF65-F5344CB8AC3E}">
        <p14:creationId xmlns:p14="http://schemas.microsoft.com/office/powerpoint/2010/main" val="31555502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2F79381-8C28-8406-1919-AA133EE0F5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679757"/>
          </a:xfrm>
        </p:spPr>
        <p:txBody>
          <a:bodyPr/>
          <a:lstStyle/>
          <a:p>
            <a:pPr algn="ctr"/>
            <a:r>
              <a:rPr lang="hu-HU" dirty="0"/>
              <a:t>Alapanyag követés megoldása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A1A32B36-CC91-60C7-714D-E7C513E3DE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89212" y="1515533"/>
            <a:ext cx="8915400" cy="1727200"/>
          </a:xfrm>
        </p:spPr>
        <p:txBody>
          <a:bodyPr/>
          <a:lstStyle/>
          <a:p>
            <a:r>
              <a:rPr lang="hu-HU" dirty="0"/>
              <a:t>A  fenyőbála érkezését és fogyását lehet vele követni anélkül, hogy meg kellene nézni a hűtőben, vagy a raktárban;</a:t>
            </a:r>
          </a:p>
          <a:p>
            <a:r>
              <a:rPr lang="hu-HU" dirty="0"/>
              <a:t>A nagykereskedés alkalmazottai használják, mert Ők kötnek belőle koszorúalapot, vagy eladják, vagy…;</a:t>
            </a:r>
          </a:p>
          <a:p>
            <a:r>
              <a:rPr lang="hu-HU" dirty="0"/>
              <a:t>Vajon megoldható-e a digitalizáció ebben az esetben;</a:t>
            </a:r>
          </a:p>
          <a:p>
            <a:endParaRPr lang="hu-HU" dirty="0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9975B6EE-9E11-8F99-F6D6-736B4F2A95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5045" y="3454399"/>
            <a:ext cx="6163733" cy="27876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86094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2AF0205-D5F9-4192-FA3E-431BAEEE17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dirty="0"/>
              <a:t>Valahogyan sikerült…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39CF76C9-D87A-5663-03EA-BB13B7DC3E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Új felhasználót lehet regisztrálni, aki utána be tud lépni;</a:t>
            </a:r>
          </a:p>
          <a:p>
            <a:r>
              <a:rPr lang="hu-HU" dirty="0"/>
              <a:t>Lehet rögzíteni fenyőbála rendelést, eladást, kiszállítást, stb.;</a:t>
            </a:r>
          </a:p>
          <a:p>
            <a:r>
              <a:rPr lang="hu-HU" dirty="0"/>
              <a:t>Lehet új vásárlót hozzáadni;</a:t>
            </a:r>
          </a:p>
          <a:p>
            <a:r>
              <a:rPr lang="hu-HU" dirty="0"/>
              <a:t>Valamint koszorúalap rendelést menteni a rendszerbe;</a:t>
            </a:r>
          </a:p>
          <a:p>
            <a:endParaRPr lang="hu-HU" dirty="0"/>
          </a:p>
          <a:p>
            <a:r>
              <a:rPr lang="hu-HU" dirty="0"/>
              <a:t>A rendszer képes az adatok feldolgozására oly módon, hogy a különbözően kezelt – eladott, lekötött, kiszállított – fenyőbálákat számolja, és azonnal kiírja a szabadon felhasználható mennyiséget;</a:t>
            </a:r>
          </a:p>
        </p:txBody>
      </p:sp>
    </p:spTree>
    <p:extLst>
      <p:ext uri="{BB962C8B-B14F-4D97-AF65-F5344CB8AC3E}">
        <p14:creationId xmlns:p14="http://schemas.microsoft.com/office/powerpoint/2010/main" val="12910398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A78BEC9-9E0B-39BD-1A50-9629AAC64E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712984"/>
          </a:xfrm>
        </p:spPr>
        <p:txBody>
          <a:bodyPr>
            <a:normAutofit/>
          </a:bodyPr>
          <a:lstStyle/>
          <a:p>
            <a:pPr algn="ctr"/>
            <a:r>
              <a:rPr lang="hu-HU" dirty="0"/>
              <a:t>Az adatbázis</a:t>
            </a:r>
          </a:p>
        </p:txBody>
      </p:sp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935C0E1D-0CB4-1F7B-5EC0-9D7E552342E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676463" y="1337094"/>
            <a:ext cx="7624141" cy="45747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12797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FC7376C-A25F-732E-FC59-8D596F2A75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687105"/>
          </a:xfrm>
        </p:spPr>
        <p:txBody>
          <a:bodyPr>
            <a:normAutofit/>
          </a:bodyPr>
          <a:lstStyle/>
          <a:p>
            <a:pPr algn="ctr"/>
            <a:r>
              <a:rPr lang="hu-HU" dirty="0"/>
              <a:t>A Frontend</a:t>
            </a:r>
          </a:p>
        </p:txBody>
      </p:sp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8CD4D529-BD28-4425-DBD9-5A00C2799B1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/>
          <a:stretch/>
        </p:blipFill>
        <p:spPr>
          <a:xfrm>
            <a:off x="3334998" y="1311215"/>
            <a:ext cx="8169613" cy="46006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79505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999CEB3-CD9E-9513-721E-072A0ABFBF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2925" y="624111"/>
            <a:ext cx="8911687" cy="712983"/>
          </a:xfrm>
        </p:spPr>
        <p:txBody>
          <a:bodyPr/>
          <a:lstStyle/>
          <a:p>
            <a:pPr algn="ctr"/>
            <a:r>
              <a:rPr lang="hu-HU" dirty="0"/>
              <a:t>A Backend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9F37B409-3A6F-CB02-315F-8D50143993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89212" y="1483743"/>
            <a:ext cx="8915400" cy="4427479"/>
          </a:xfrm>
        </p:spPr>
        <p:txBody>
          <a:bodyPr/>
          <a:lstStyle/>
          <a:p>
            <a:r>
              <a:rPr lang="hu-HU" dirty="0"/>
              <a:t>Migráció után az adatbázis tábláit lehet látni a Solution Explorer-ben;</a:t>
            </a:r>
          </a:p>
          <a:p>
            <a:r>
              <a:rPr lang="hu-HU" dirty="0"/>
              <a:t>Ahhoz, hogy a megfelelő adatokat lehessen használni létre kellett hozni úgynevezett DTO-kat. Segítségükkel meg lehet határozni azokat az adatokat, amiket a felhasználónak meg kell adnia a program használata során.</a:t>
            </a:r>
          </a:p>
          <a:p>
            <a:r>
              <a:rPr lang="hu-HU" dirty="0"/>
              <a:t>A DTO-k által biztosított adatokhoz való hozzáférést pedig a Controller-ben található HTTP hívások mutatják az utat;</a:t>
            </a:r>
          </a:p>
          <a:p>
            <a:endParaRPr lang="hu-HU" dirty="0"/>
          </a:p>
          <a:p>
            <a:r>
              <a:rPr lang="hu-HU" dirty="0"/>
              <a:t>A Frontend mögött megírt metódusok küldik a HTTP hívásokat, melyekre az előbb említett Controller-ek a megfelelő adatokkal térnek vissza;</a:t>
            </a:r>
          </a:p>
          <a:p>
            <a:endParaRPr lang="hu-HU" dirty="0"/>
          </a:p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9407034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082FAA1-B2EC-BC53-D70A-1A85D8A298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dirty="0"/>
              <a:t>Felhasznált technológiák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10A40E89-7F81-C162-92EC-A3C5E22A46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A </a:t>
            </a:r>
            <a:r>
              <a:rPr lang="hu-HU" b="1" dirty="0"/>
              <a:t>Frontend</a:t>
            </a:r>
            <a:r>
              <a:rPr lang="hu-HU" dirty="0"/>
              <a:t> HTML, CSS, BootStrap, és Javascrtip nyelven készült, a Visual Studio Code fejlesztőkörnyezet segítségével;</a:t>
            </a:r>
          </a:p>
          <a:p>
            <a:r>
              <a:rPr lang="hu-HU" dirty="0"/>
              <a:t>Az </a:t>
            </a:r>
            <a:r>
              <a:rPr lang="hu-HU" b="1" dirty="0"/>
              <a:t>adatbázis</a:t>
            </a:r>
            <a:r>
              <a:rPr lang="hu-HU" dirty="0"/>
              <a:t> elkészítésében sokat segített a WAMP szerver, melyben MySQL használatával lett meg az adatbázis;</a:t>
            </a:r>
          </a:p>
          <a:p>
            <a:r>
              <a:rPr lang="hu-HU" dirty="0"/>
              <a:t>A </a:t>
            </a:r>
            <a:r>
              <a:rPr lang="hu-HU" b="1" dirty="0"/>
              <a:t>Backend</a:t>
            </a:r>
            <a:r>
              <a:rPr lang="hu-HU" dirty="0"/>
              <a:t> C# nyelven íródott a Microsoft Visual Studio támogatásával;</a:t>
            </a:r>
          </a:p>
          <a:p>
            <a:r>
              <a:rPr lang="hu-HU" dirty="0"/>
              <a:t>A projekt folyamatos követése és egymás közötti megosztásához s </a:t>
            </a:r>
            <a:r>
              <a:rPr lang="hu-HU" b="1" dirty="0"/>
              <a:t>GitHub</a:t>
            </a:r>
            <a:r>
              <a:rPr lang="hu-HU" dirty="0"/>
              <a:t> verziókezelő segített sokat;</a:t>
            </a:r>
          </a:p>
        </p:txBody>
      </p:sp>
    </p:spTree>
    <p:extLst>
      <p:ext uri="{BB962C8B-B14F-4D97-AF65-F5344CB8AC3E}">
        <p14:creationId xmlns:p14="http://schemas.microsoft.com/office/powerpoint/2010/main" val="9903662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48E573A-3049-092C-632D-5E4C2D7187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695732"/>
          </a:xfrm>
        </p:spPr>
        <p:txBody>
          <a:bodyPr/>
          <a:lstStyle/>
          <a:p>
            <a:pPr algn="ctr"/>
            <a:r>
              <a:rPr lang="hu-HU" dirty="0"/>
              <a:t>Hogyan készült?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55A5CCCE-85AD-0DE7-7033-69C03387FE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89212" y="1319842"/>
            <a:ext cx="8915400" cy="4591380"/>
          </a:xfrm>
        </p:spPr>
        <p:txBody>
          <a:bodyPr/>
          <a:lstStyle/>
          <a:p>
            <a:r>
              <a:rPr lang="hu-HU" dirty="0"/>
              <a:t>Először a Frontend oldalai lettek elkészítve: Bejelentkezés, Fenyőbála, Koszorúalap, Vásárlók;</a:t>
            </a:r>
          </a:p>
          <a:p>
            <a:r>
              <a:rPr lang="hu-HU" dirty="0"/>
              <a:t>Majd az adatbázis, és annak táblái;</a:t>
            </a:r>
          </a:p>
          <a:p>
            <a:r>
              <a:rPr lang="hu-HU" dirty="0"/>
              <a:t>Ezután a Backend-be lett migrálva az adatbázis;</a:t>
            </a:r>
          </a:p>
          <a:p>
            <a:r>
              <a:rPr lang="hu-HU" dirty="0"/>
              <a:t>Ilyenkor már a HTTP hívásokat lehetett tesztelni. Érdemes odafigyelni a változónevekre;</a:t>
            </a:r>
          </a:p>
          <a:p>
            <a:r>
              <a:rPr lang="hu-HU" dirty="0"/>
              <a:t>Amint a HTTP hívások működnek, lehet folytatni a Frontend-Backend összeköttetéssel;</a:t>
            </a:r>
          </a:p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9678788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F1F6E16-7441-B00E-7670-CDA64E7CC3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773369"/>
          </a:xfrm>
        </p:spPr>
        <p:txBody>
          <a:bodyPr/>
          <a:lstStyle/>
          <a:p>
            <a:pPr algn="ctr"/>
            <a:r>
              <a:rPr lang="hu-HU" dirty="0"/>
              <a:t>Egy szál a programból</a:t>
            </a:r>
          </a:p>
        </p:txBody>
      </p:sp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B72C9C5F-8878-1FC9-6FF2-98F4241B3BD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592924" y="1397479"/>
            <a:ext cx="3954525" cy="2294130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F6AFAF7A-C4E8-C2CC-0E78-615E9D88ED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2924" y="3691608"/>
            <a:ext cx="8911688" cy="3001995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90C8357C-D29E-BB8D-EA02-E9C605BC1A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47449" y="1397479"/>
            <a:ext cx="4957163" cy="22941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67689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7BA07A5-4E26-5070-178E-ED07FB7088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704358"/>
          </a:xfrm>
        </p:spPr>
        <p:txBody>
          <a:bodyPr/>
          <a:lstStyle/>
          <a:p>
            <a:pPr algn="ctr"/>
            <a:r>
              <a:rPr lang="hu-HU" dirty="0"/>
              <a:t>Fejlesztés közbeni használat, tesztelés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572078DE-6826-1C8D-B2A7-1AA4EB9254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89212" y="2070340"/>
            <a:ext cx="8915400" cy="3840882"/>
          </a:xfrm>
        </p:spPr>
        <p:txBody>
          <a:bodyPr/>
          <a:lstStyle/>
          <a:p>
            <a:r>
              <a:rPr lang="hu-HU" dirty="0"/>
              <a:t>Fejlesztés közben a Scalar segédprogramot használtuk, valamint a Postman alkalmazást;</a:t>
            </a:r>
          </a:p>
          <a:p>
            <a:r>
              <a:rPr lang="hu-HU" dirty="0"/>
              <a:t>Ezekkel a Backend-et lehet tesztelni, megtalálni a hibás működést;</a:t>
            </a:r>
          </a:p>
          <a:p>
            <a:r>
              <a:rPr lang="hu-HU" dirty="0"/>
              <a:t>A Frontend hibakereséséhez a Console-ba írással, és a böngésző fejlesztői eszközök segítségét lehet igénybe venni;</a:t>
            </a:r>
          </a:p>
        </p:txBody>
      </p:sp>
    </p:spTree>
    <p:extLst>
      <p:ext uri="{BB962C8B-B14F-4D97-AF65-F5344CB8AC3E}">
        <p14:creationId xmlns:p14="http://schemas.microsoft.com/office/powerpoint/2010/main" val="23558470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637B408-0355-6254-EE74-381EE06E26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687105"/>
          </a:xfrm>
        </p:spPr>
        <p:txBody>
          <a:bodyPr/>
          <a:lstStyle/>
          <a:p>
            <a:pPr algn="ctr"/>
            <a:r>
              <a:rPr lang="hu-HU" dirty="0"/>
              <a:t>A program élőben</a:t>
            </a:r>
          </a:p>
        </p:txBody>
      </p:sp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D9CD9BB7-7C5A-C107-4D7E-5CF80290C01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592925" y="1311214"/>
            <a:ext cx="8911687" cy="4166559"/>
          </a:xfrm>
          <a:prstGeom prst="rect">
            <a:avLst/>
          </a:prstGeom>
        </p:spPr>
      </p:pic>
      <p:sp>
        <p:nvSpPr>
          <p:cNvPr id="6" name="Szövegdoboz 5">
            <a:extLst>
              <a:ext uri="{FF2B5EF4-FFF2-40B4-BE49-F238E27FC236}">
                <a16:creationId xmlns:a16="http://schemas.microsoft.com/office/drawing/2014/main" id="{D3C4417D-0806-CB8D-8E76-3BFF7FE7EFA7}"/>
              </a:ext>
            </a:extLst>
          </p:cNvPr>
          <p:cNvSpPr txBox="1"/>
          <p:nvPr/>
        </p:nvSpPr>
        <p:spPr>
          <a:xfrm>
            <a:off x="3872257" y="5719313"/>
            <a:ext cx="63530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dirty="0"/>
              <a:t>Az élő programot itt is meg lehet találni: </a:t>
            </a:r>
            <a:r>
              <a:rPr lang="hu-HU" dirty="0">
                <a:hlinkClick r:id="rId3"/>
              </a:rPr>
              <a:t>79.122.13.25:80</a:t>
            </a: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251256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9D3675E-0CD9-C56A-ED4D-78A2F64DDA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963150"/>
          </a:xfrm>
        </p:spPr>
        <p:txBody>
          <a:bodyPr/>
          <a:lstStyle/>
          <a:p>
            <a:pPr algn="ctr"/>
            <a:r>
              <a:rPr lang="hu-HU" dirty="0"/>
              <a:t>Tapasztalatok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493589CF-33BB-2CE7-B7F6-DEC57376E9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89212" y="1587261"/>
            <a:ext cx="8915400" cy="4323962"/>
          </a:xfrm>
        </p:spPr>
        <p:txBody>
          <a:bodyPr/>
          <a:lstStyle/>
          <a:p>
            <a:r>
              <a:rPr lang="hu-HU" dirty="0"/>
              <a:t>Kialakult egy teljes kép a weboldalak felépítéséről, elkészítéséről;</a:t>
            </a:r>
          </a:p>
          <a:p>
            <a:endParaRPr lang="hu-HU" dirty="0"/>
          </a:p>
          <a:p>
            <a:endParaRPr lang="hu-HU" dirty="0"/>
          </a:p>
          <a:p>
            <a:r>
              <a:rPr lang="hu-HU" dirty="0"/>
              <a:t>Legközelebb a Frontend, a Backend és az adatbázis közötti változóneveket ugyanúgy nevezném el;</a:t>
            </a:r>
          </a:p>
          <a:p>
            <a:endParaRPr lang="hu-HU" dirty="0"/>
          </a:p>
          <a:p>
            <a:endParaRPr lang="hu-HU" dirty="0"/>
          </a:p>
          <a:p>
            <a:r>
              <a:rPr lang="hu-HU" dirty="0"/>
              <a:t>A weboldal használatához írt programokat át lehetett tenni egy Raspberry PI kártyaszámítógépre;</a:t>
            </a:r>
          </a:p>
        </p:txBody>
      </p:sp>
    </p:spTree>
    <p:extLst>
      <p:ext uri="{BB962C8B-B14F-4D97-AF65-F5344CB8AC3E}">
        <p14:creationId xmlns:p14="http://schemas.microsoft.com/office/powerpoint/2010/main" val="16101760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5008ACD-87BF-3770-6871-BB15B3E842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40156" y="2788555"/>
            <a:ext cx="8911687" cy="1280890"/>
          </a:xfrm>
        </p:spPr>
        <p:txBody>
          <a:bodyPr/>
          <a:lstStyle/>
          <a:p>
            <a:pPr algn="ctr"/>
            <a:r>
              <a:rPr lang="hu-HU" dirty="0"/>
              <a:t>Köszönöm a figyelmet!</a:t>
            </a:r>
          </a:p>
        </p:txBody>
      </p:sp>
    </p:spTree>
    <p:extLst>
      <p:ext uri="{BB962C8B-B14F-4D97-AF65-F5344CB8AC3E}">
        <p14:creationId xmlns:p14="http://schemas.microsoft.com/office/powerpoint/2010/main" val="2763094421"/>
      </p:ext>
    </p:extLst>
  </p:cSld>
  <p:clrMapOvr>
    <a:masterClrMapping/>
  </p:clrMapOvr>
</p:sld>
</file>

<file path=ppt/theme/theme1.xml><?xml version="1.0" encoding="utf-8"?>
<a:theme xmlns:a="http://schemas.openxmlformats.org/drawingml/2006/main" name="Szálak">
  <a:themeElements>
    <a:clrScheme name="Wisp">
      <a:dk1>
        <a:sysClr val="windowText" lastClr="000000"/>
      </a:dk1>
      <a:lt1>
        <a:sysClr val="window" lastClr="FFFFFF"/>
      </a:lt1>
      <a:dk2>
        <a:srgbClr val="2E5369"/>
      </a:dk2>
      <a:lt2>
        <a:srgbClr val="CFE2E7"/>
      </a:lt2>
      <a:accent1>
        <a:srgbClr val="353535"/>
      </a:accent1>
      <a:accent2>
        <a:srgbClr val="31B4E6"/>
      </a:accent2>
      <a:accent3>
        <a:srgbClr val="265991"/>
      </a:accent3>
      <a:accent4>
        <a:srgbClr val="7E40CC"/>
      </a:accent4>
      <a:accent5>
        <a:srgbClr val="B927E9"/>
      </a:accent5>
      <a:accent6>
        <a:srgbClr val="E833BF"/>
      </a:accent6>
      <a:hlink>
        <a:srgbClr val="2DA0F1"/>
      </a:hlink>
      <a:folHlink>
        <a:srgbClr val="7ED1E6"/>
      </a:folHlink>
    </a:clrScheme>
    <a:fontScheme name="Wisp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Wisp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4F34B87B-9C7A-41AE-A6CB-48536223DFF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466</TotalTime>
  <Words>450</Words>
  <Application>Microsoft Office PowerPoint</Application>
  <PresentationFormat>Szélesvásznú</PresentationFormat>
  <Paragraphs>51</Paragraphs>
  <Slides>13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13</vt:i4>
      </vt:variant>
    </vt:vector>
  </HeadingPairs>
  <TitlesOfParts>
    <vt:vector size="17" baseType="lpstr">
      <vt:lpstr>Arial</vt:lpstr>
      <vt:lpstr>Century Gothic</vt:lpstr>
      <vt:lpstr>Wingdings 3</vt:lpstr>
      <vt:lpstr>Szálak</vt:lpstr>
      <vt:lpstr>Koszorúalap és fenyőbála készletnyilvántartó webalkalmazás</vt:lpstr>
      <vt:lpstr>Alapanyag követés megoldása</vt:lpstr>
      <vt:lpstr>Valahogyan sikerült…</vt:lpstr>
      <vt:lpstr>Az adatbázis</vt:lpstr>
      <vt:lpstr>A Frontend</vt:lpstr>
      <vt:lpstr>A Backend</vt:lpstr>
      <vt:lpstr>Felhasznált technológiák</vt:lpstr>
      <vt:lpstr>Hogyan készült?</vt:lpstr>
      <vt:lpstr>Egy szál a programból</vt:lpstr>
      <vt:lpstr>Fejlesztés közbeni használat, tesztelés</vt:lpstr>
      <vt:lpstr>A program élőben</vt:lpstr>
      <vt:lpstr>Tapasztalatok</vt:lpstr>
      <vt:lpstr>Köszönöm a figyelmet!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Gábor Prokai</dc:creator>
  <cp:lastModifiedBy>Gábor Prokai</cp:lastModifiedBy>
  <cp:revision>23</cp:revision>
  <dcterms:created xsi:type="dcterms:W3CDTF">2026-09-17T18:50:51Z</dcterms:created>
  <dcterms:modified xsi:type="dcterms:W3CDTF">2026-09-20T14:10:54Z</dcterms:modified>
</cp:coreProperties>
</file>