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79.122.24.124:80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CF812B-DDC7-2A8F-EB98-004013E18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626533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/>
              <a:t>Koszorúalap és fenyőbála készletnyilvántartó webalkalmazás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A8CB8A1-EE64-E2DD-68ED-3347F584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2" y="3761379"/>
            <a:ext cx="8915399" cy="1126283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hu-HU" dirty="0"/>
              <a:t>Prokai Gábor, Vas-Dudás Dominika</a:t>
            </a:r>
          </a:p>
          <a:p>
            <a:pPr algn="ctr"/>
            <a:r>
              <a:rPr lang="hu-HU" sz="1400" dirty="0"/>
              <a:t>OKTÁV TOVÁBBKÉPZŐ KÖZPONT</a:t>
            </a:r>
          </a:p>
          <a:p>
            <a:pPr algn="ctr"/>
            <a:r>
              <a:rPr lang="hu-HU" sz="1300" dirty="0"/>
              <a:t>Szoftverfejlesztő és tesztelő</a:t>
            </a:r>
          </a:p>
          <a:p>
            <a:pPr algn="ctr"/>
            <a:r>
              <a:rPr lang="hu-HU" sz="1200" dirty="0"/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315555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F79381-8C28-8406-1919-AA133EE0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79757"/>
          </a:xfrm>
        </p:spPr>
        <p:txBody>
          <a:bodyPr/>
          <a:lstStyle/>
          <a:p>
            <a:pPr algn="ctr"/>
            <a:r>
              <a:rPr lang="hu-HU" dirty="0"/>
              <a:t>Alapanyag követés megoldása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A32B36-CC91-60C7-714D-E7C513E3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5533"/>
            <a:ext cx="8915400" cy="1727200"/>
          </a:xfrm>
        </p:spPr>
        <p:txBody>
          <a:bodyPr/>
          <a:lstStyle/>
          <a:p>
            <a:r>
              <a:rPr lang="hu-HU" dirty="0"/>
              <a:t>A  fenyőbála érkezését és fogyását lehet vele követni anélkül, hogy meg kellene nézni a hűtőben, vagy a raktárban;</a:t>
            </a:r>
          </a:p>
          <a:p>
            <a:r>
              <a:rPr lang="hu-HU" dirty="0"/>
              <a:t>A nagykereskedés alkalmazottai használják, mert Ők kötnek belőle koszorúalapot, vagy eladják, vagy…;</a:t>
            </a:r>
          </a:p>
          <a:p>
            <a:r>
              <a:rPr lang="hu-HU" dirty="0"/>
              <a:t>Vajon megoldható-e a digitalizáció ebben az esetben;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975B6EE-9E11-8F99-F6D6-736B4F2A9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45" y="3454399"/>
            <a:ext cx="6163733" cy="27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0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AF0205-D5F9-4192-FA3E-431BAEEE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Valahogyan sikerült…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CF76C9-D87A-5663-03EA-BB13B7DC3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Új felhasználót lehet regisztrálni, aki utána be tud lépni;</a:t>
            </a:r>
          </a:p>
          <a:p>
            <a:r>
              <a:rPr lang="hu-HU" dirty="0"/>
              <a:t>Lehet rögzíteni fenyőbála rendelést, eladást, kiszállítást, stb.;</a:t>
            </a:r>
          </a:p>
          <a:p>
            <a:r>
              <a:rPr lang="hu-HU" dirty="0"/>
              <a:t>Lehet új vásárlót hozzáadni;</a:t>
            </a:r>
          </a:p>
          <a:p>
            <a:r>
              <a:rPr lang="hu-HU" dirty="0"/>
              <a:t>Valamint koszorúalap rendelést menteni a rendszerbe;</a:t>
            </a:r>
          </a:p>
          <a:p>
            <a:endParaRPr lang="hu-HU" dirty="0"/>
          </a:p>
          <a:p>
            <a:r>
              <a:rPr lang="hu-HU" dirty="0"/>
              <a:t>A rendszer képes az adatok feldolgozására oly módon, hogy a különbözően kezelt – eladott, lekötött, kiszállított – fenyőbálákat számolja, és azonnal kiírja a szabadon felhasználható mennyiséget;</a:t>
            </a:r>
          </a:p>
        </p:txBody>
      </p:sp>
    </p:spTree>
    <p:extLst>
      <p:ext uri="{BB962C8B-B14F-4D97-AF65-F5344CB8AC3E}">
        <p14:creationId xmlns:p14="http://schemas.microsoft.com/office/powerpoint/2010/main" val="129103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78BEC9-9E0B-39BD-1A50-9629AAC6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2984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Az adatbázis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35C0E1D-0CB4-1F7B-5EC0-9D7E55234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463" y="1337094"/>
            <a:ext cx="7624141" cy="457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7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C7376C-A25F-732E-FC59-8D596F2A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7105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A Frontend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CD4D529-BD28-4425-DBD9-5A00C2799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334998" y="1311215"/>
            <a:ext cx="8169613" cy="4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50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99CEB3-CD9E-9513-721E-072A0ABF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1"/>
            <a:ext cx="8911687" cy="712983"/>
          </a:xfrm>
        </p:spPr>
        <p:txBody>
          <a:bodyPr/>
          <a:lstStyle/>
          <a:p>
            <a:pPr algn="ctr"/>
            <a:r>
              <a:rPr lang="hu-HU" dirty="0"/>
              <a:t>A 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37B409-3A6F-CB02-315F-8D501439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3743"/>
            <a:ext cx="8915400" cy="4427479"/>
          </a:xfrm>
        </p:spPr>
        <p:txBody>
          <a:bodyPr/>
          <a:lstStyle/>
          <a:p>
            <a:r>
              <a:rPr lang="hu-HU" dirty="0"/>
              <a:t>Migráció után az adatbázis tábláit lehet látni a Solution Explorer-ben;</a:t>
            </a:r>
          </a:p>
          <a:p>
            <a:r>
              <a:rPr lang="hu-HU" dirty="0"/>
              <a:t>Ahhoz, hogy a megfelelő adatokat lehessen használni létre kellett hozni úgynevezett DTO-kat. Segítségükkel meg lehet határozni azokat az adatokat, amiket a felhasználónak meg kell adnia a program használata során.</a:t>
            </a:r>
          </a:p>
          <a:p>
            <a:r>
              <a:rPr lang="hu-HU" dirty="0"/>
              <a:t>A DTO-k által biztosított adatokhoz való hozzáférést pedig a Controller-ben található HTTP hívások mutatják az utat;</a:t>
            </a:r>
          </a:p>
          <a:p>
            <a:endParaRPr lang="hu-HU" dirty="0"/>
          </a:p>
          <a:p>
            <a:r>
              <a:rPr lang="hu-HU" dirty="0"/>
              <a:t>A Frontend mögött megírt metódusok küldik a HTTP hívásokat, melyekre az előbb említett Controller-ek a megfelelő adatokkal térnek vissza;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070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82FAA1-B2EC-BC53-D70A-1A85D8A2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Felhasznált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A40E89-7F81-C162-92EC-A3C5E22A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Frontend</a:t>
            </a:r>
            <a:r>
              <a:rPr lang="hu-HU" dirty="0"/>
              <a:t> HTML, CSS, BootStrap, és Javascrtip nyelven készült, a Visual Studio Code fejlesztőkörnyezet segítségével;</a:t>
            </a:r>
          </a:p>
          <a:p>
            <a:r>
              <a:rPr lang="hu-HU" dirty="0"/>
              <a:t>Az </a:t>
            </a:r>
            <a:r>
              <a:rPr lang="hu-HU" b="1" dirty="0"/>
              <a:t>adatbázis</a:t>
            </a:r>
            <a:r>
              <a:rPr lang="hu-HU" dirty="0"/>
              <a:t> elkészítésében sokat segített a WAMP szerver, melyben MySQL használatával lett meg az adatbázis;</a:t>
            </a:r>
          </a:p>
          <a:p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 C# nyelven íródott a Microsoft Visual Studio támogatásával;</a:t>
            </a:r>
          </a:p>
          <a:p>
            <a:r>
              <a:rPr lang="hu-HU" dirty="0"/>
              <a:t>A projekt folyamatos követése és egymás közötti megosztásához s </a:t>
            </a:r>
            <a:r>
              <a:rPr lang="hu-HU" b="1" dirty="0"/>
              <a:t>GitHub</a:t>
            </a:r>
            <a:r>
              <a:rPr lang="hu-HU" dirty="0"/>
              <a:t> verziókezelő segített sokat;</a:t>
            </a:r>
          </a:p>
        </p:txBody>
      </p:sp>
    </p:spTree>
    <p:extLst>
      <p:ext uri="{BB962C8B-B14F-4D97-AF65-F5344CB8AC3E}">
        <p14:creationId xmlns:p14="http://schemas.microsoft.com/office/powerpoint/2010/main" val="99036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8E573A-3049-092C-632D-5E4C2D71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5732"/>
          </a:xfrm>
        </p:spPr>
        <p:txBody>
          <a:bodyPr/>
          <a:lstStyle/>
          <a:p>
            <a:pPr algn="ctr"/>
            <a:r>
              <a:rPr lang="hu-HU" dirty="0"/>
              <a:t>Hogyan készült?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A5CCCE-85AD-0DE7-7033-69C03387F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19842"/>
            <a:ext cx="8915400" cy="4591380"/>
          </a:xfrm>
        </p:spPr>
        <p:txBody>
          <a:bodyPr/>
          <a:lstStyle/>
          <a:p>
            <a:r>
              <a:rPr lang="hu-HU" dirty="0"/>
              <a:t>Először a Frontend oldalai lettek elkészítve: Bejelentkezés, Fenyőbála, Koszorúalap, Vásárlók;</a:t>
            </a:r>
          </a:p>
          <a:p>
            <a:r>
              <a:rPr lang="hu-HU" dirty="0"/>
              <a:t>Majd az adatbázis, és annak táblái;</a:t>
            </a:r>
          </a:p>
          <a:p>
            <a:r>
              <a:rPr lang="hu-HU" dirty="0"/>
              <a:t>Ezután a Backend-be lett migrálva az adatbázis;</a:t>
            </a:r>
          </a:p>
          <a:p>
            <a:r>
              <a:rPr lang="hu-HU" dirty="0"/>
              <a:t>Ilyenkor már a HTTP hívásokat lehetett tesztelni. Érdemes odafigyelni a változónevekre;</a:t>
            </a:r>
          </a:p>
          <a:p>
            <a:r>
              <a:rPr lang="hu-HU" dirty="0"/>
              <a:t>Amint a HTTP hívások működnek, lehet folytatni a Frontend-Backend összeköttetéssel;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6787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1F6E16-7441-B00E-7670-CDA64E7C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3369"/>
          </a:xfrm>
        </p:spPr>
        <p:txBody>
          <a:bodyPr/>
          <a:lstStyle/>
          <a:p>
            <a:pPr algn="ctr"/>
            <a:r>
              <a:rPr lang="hu-HU" dirty="0"/>
              <a:t>Egy szál a programból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72C9C5F-8878-1FC9-6FF2-98F4241B3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4" y="1397479"/>
            <a:ext cx="3954525" cy="229413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6AFAF7A-C4E8-C2CC-0E78-615E9D88E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4" y="3691608"/>
            <a:ext cx="8911688" cy="300199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0C8357C-D29E-BB8D-EA02-E9C605BC1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449" y="1397479"/>
            <a:ext cx="4957163" cy="229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6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BA07A5-4E26-5070-178E-ED07FB70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04358"/>
          </a:xfrm>
        </p:spPr>
        <p:txBody>
          <a:bodyPr/>
          <a:lstStyle/>
          <a:p>
            <a:pPr algn="ctr"/>
            <a:r>
              <a:rPr lang="hu-HU" dirty="0"/>
              <a:t>Fejlesztés közbeni használat, 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2078DE-6826-1C8D-B2A7-1AA4EB925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70340"/>
            <a:ext cx="8915400" cy="3840882"/>
          </a:xfrm>
        </p:spPr>
        <p:txBody>
          <a:bodyPr/>
          <a:lstStyle/>
          <a:p>
            <a:r>
              <a:rPr lang="hu-HU" dirty="0"/>
              <a:t>Fejlesztés közben a Scalar segédprogramot használtuk, valamint a Postman alkalmazást;</a:t>
            </a:r>
          </a:p>
          <a:p>
            <a:r>
              <a:rPr lang="hu-HU" dirty="0"/>
              <a:t>Ezekkel a Backend-et lehet tesztelni, megtalálni a hibás működést;</a:t>
            </a:r>
          </a:p>
          <a:p>
            <a:r>
              <a:rPr lang="hu-HU" dirty="0"/>
              <a:t>A Frontend hibakereséséhez a Console-ba írással, és a böngésző fejlesztői eszközök segítségét lehet igénybe venni;</a:t>
            </a:r>
          </a:p>
        </p:txBody>
      </p:sp>
    </p:spTree>
    <p:extLst>
      <p:ext uri="{BB962C8B-B14F-4D97-AF65-F5344CB8AC3E}">
        <p14:creationId xmlns:p14="http://schemas.microsoft.com/office/powerpoint/2010/main" val="235584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37B408-0355-6254-EE74-381EE06E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7105"/>
          </a:xfrm>
        </p:spPr>
        <p:txBody>
          <a:bodyPr/>
          <a:lstStyle/>
          <a:p>
            <a:pPr algn="ctr"/>
            <a:r>
              <a:rPr lang="hu-HU" dirty="0"/>
              <a:t>A program élőben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D9CD9BB7-7C5A-C107-4D7E-5CF80290C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311214"/>
            <a:ext cx="8911687" cy="4166559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3C4417D-0806-CB8D-8E76-3BFF7FE7EFA7}"/>
              </a:ext>
            </a:extLst>
          </p:cNvPr>
          <p:cNvSpPr txBox="1"/>
          <p:nvPr/>
        </p:nvSpPr>
        <p:spPr>
          <a:xfrm>
            <a:off x="3872257" y="5719313"/>
            <a:ext cx="6764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Az élő programot itt is meg lehet találni: </a:t>
            </a:r>
            <a:r>
              <a:rPr lang="hu-HU" dirty="0">
                <a:hlinkClick r:id="rId3"/>
              </a:rPr>
              <a:t>Színes négy évszak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5125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D3675E-0CD9-C56A-ED4D-78A2F64D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63150"/>
          </a:xfrm>
        </p:spPr>
        <p:txBody>
          <a:bodyPr/>
          <a:lstStyle/>
          <a:p>
            <a:pPr algn="ctr"/>
            <a:r>
              <a:rPr lang="hu-HU" dirty="0"/>
              <a:t>Tapasztalatok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3589CF-33BB-2CE7-B7F6-DEC57376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7261"/>
            <a:ext cx="8915400" cy="4323962"/>
          </a:xfrm>
        </p:spPr>
        <p:txBody>
          <a:bodyPr/>
          <a:lstStyle/>
          <a:p>
            <a:r>
              <a:rPr lang="hu-HU" dirty="0"/>
              <a:t>Kialakult egy teljes kép a weboldalak felépítéséről, elkészítéséről;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Legközelebb a Frontend, a Backend és az adatbázis közötti változóneveket ugyanúgy nevezném el;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weboldal használatához írt programokat át lehetett tenni egy Raspberry PI kártyaszámítógépre;</a:t>
            </a:r>
          </a:p>
        </p:txBody>
      </p:sp>
    </p:spTree>
    <p:extLst>
      <p:ext uri="{BB962C8B-B14F-4D97-AF65-F5344CB8AC3E}">
        <p14:creationId xmlns:p14="http://schemas.microsoft.com/office/powerpoint/2010/main" val="1610176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008ACD-87BF-3770-6871-BB15B3E8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788555"/>
            <a:ext cx="8911687" cy="1280890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2763094421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467</TotalTime>
  <Words>452</Words>
  <Application>Microsoft Office PowerPoint</Application>
  <PresentationFormat>Szélesvásznú</PresentationFormat>
  <Paragraphs>51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Szálak</vt:lpstr>
      <vt:lpstr>Koszorúalap és fenyőbála készletnyilvántartó webalkalmazás</vt:lpstr>
      <vt:lpstr>Alapanyag követés megoldása</vt:lpstr>
      <vt:lpstr>Valahogyan sikerült…</vt:lpstr>
      <vt:lpstr>Az adatbázis</vt:lpstr>
      <vt:lpstr>A Frontend</vt:lpstr>
      <vt:lpstr>A Backend</vt:lpstr>
      <vt:lpstr>Felhasznált technológiák</vt:lpstr>
      <vt:lpstr>Hogyan készült?</vt:lpstr>
      <vt:lpstr>Egy szál a programból</vt:lpstr>
      <vt:lpstr>Fejlesztés közbeni használat, tesztelés</vt:lpstr>
      <vt:lpstr>A program élőben</vt:lpstr>
      <vt:lpstr>Tapasztalatok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Gábor Prokai</dc:creator>
  <cp:lastModifiedBy>Gábor Prokai</cp:lastModifiedBy>
  <cp:revision>24</cp:revision>
  <dcterms:created xsi:type="dcterms:W3CDTF">2026-09-17T18:50:51Z</dcterms:created>
  <dcterms:modified xsi:type="dcterms:W3CDTF">2026-09-30T17:58:27Z</dcterms:modified>
</cp:coreProperties>
</file>